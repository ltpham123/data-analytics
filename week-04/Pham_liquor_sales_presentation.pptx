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68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0" autoAdjust="0"/>
    <p:restoredTop sz="94660"/>
  </p:normalViewPr>
  <p:slideViewPr>
    <p:cSldViewPr snapToGrid="0">
      <p:cViewPr varScale="1">
        <p:scale>
          <a:sx n="56" d="100"/>
          <a:sy n="56" d="100"/>
        </p:scale>
        <p:origin x="102" y="21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0C216-ABBE-8D37-C37F-25FA8887FF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52CE6F-A9AB-95E3-80B4-8B39C823C1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4872CC-F1D2-7C0B-7A91-5A7EA4E72D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E9BF-C1FF-4E9B-97E6-64DC9D713536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5D5788-5883-2A0C-8360-5479C99E0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691AB2-C3DE-1CF3-CB19-650B7D48B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38EA-64AA-4ADE-A3AB-D3AB0A7C0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8001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44E2C8-0B2E-AE1A-1B12-F1A032C6A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ACFF8B-A2F6-B385-2F04-9B0B9B95D4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54AA8E-0B26-049B-58E0-F05C6AE4E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E9BF-C1FF-4E9B-97E6-64DC9D713536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360ED6-4D01-07D7-D5CA-A9E77491A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D3BF3C-1B50-9F23-AA1F-FEFB196AB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38EA-64AA-4ADE-A3AB-D3AB0A7C0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5711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0299B5-76AD-49B9-D94A-D4D854A22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A59465-592E-3469-09C7-83341AD711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7F5368-ED94-0E04-D4CB-59AC54E871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E9BF-C1FF-4E9B-97E6-64DC9D713536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9EBC7-813C-56AB-1B4F-D101685B5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629E65-F8A8-465B-2C96-C88FF5CF4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38EA-64AA-4ADE-A3AB-D3AB0A7C0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8732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98CB1-620A-7F66-25FF-6BA9B1191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EA27E-458A-DA83-D4A2-AC9308BCB7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A64CEB-A3B5-3DF1-A6A3-6B608B78E5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32356E-0F11-8BA0-1CE9-8FF5A705A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E9BF-C1FF-4E9B-97E6-64DC9D713536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0BFB7C-7BF8-D014-9A28-B06A37534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703084-C9BE-8D52-0281-D045BB44A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38EA-64AA-4ADE-A3AB-D3AB0A7C0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029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8F29A-5FE7-68F6-A4EC-B2B01801A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7907BD-5C81-BB53-3D87-AAD9E21FEB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44F218-2DC6-B614-BDAD-9F071E0E24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C5BD33-97A0-B226-D03D-1CB1BAE7A9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3A3587-ABB7-C036-0918-12B988957C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34A55B-6364-E750-5F6A-AA174B98D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E9BF-C1FF-4E9B-97E6-64DC9D713536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C4112F-FF48-E8A3-DD75-CA1205894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453181-0B08-D91B-F8A2-0B2F5B3F6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38EA-64AA-4ADE-A3AB-D3AB0A7C0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3430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125FC-85B2-C59F-0023-4EAB73518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D9BB8B-ED93-EFD2-877A-A1E4645F4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E9BF-C1FF-4E9B-97E6-64DC9D713536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EEBBEB-3274-F051-24ED-6C279E206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CB2CC1-FC26-7C29-1EF9-E5DAF118C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38EA-64AA-4ADE-A3AB-D3AB0A7C0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3413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A87221-40DF-B254-014C-6064FC681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E9BF-C1FF-4E9B-97E6-64DC9D713536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675CC4-15C9-03A3-C00E-A42D144948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6C29B1-8BB2-6A6B-EB4C-A9D65BEB0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38EA-64AA-4ADE-A3AB-D3AB0A7C0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6132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DB467-6A11-F334-427D-E22DCE715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BBCDB-D512-1142-D8EF-3DE5EF5D70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49D87F-59E6-B059-D467-6A311EC78C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B726E6-755B-92C4-D6E4-6D1D6EB7B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E9BF-C1FF-4E9B-97E6-64DC9D713536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F18F86-81AE-4CFE-BBBD-0BDC4DE42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30FEF-0EC0-20F4-8EB2-2E3F8F2FC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38EA-64AA-4ADE-A3AB-D3AB0A7C0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069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C9077-9256-21E1-0B7B-79320CFBD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AA7BB4-190A-25CF-A156-A669049D63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0DE329-E939-D274-978E-170926F76D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581775-0D9F-2033-8EE3-EBC78BC23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E9BF-C1FF-4E9B-97E6-64DC9D713536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207C39-985B-54AE-3769-645FA8D10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95FB39-DC81-6B44-7319-01CF1B27D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38EA-64AA-4ADE-A3AB-D3AB0A7C0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6120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34D41-2500-2E5C-2288-6BE886B28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A5B3BC-1C37-C67D-C808-67CE5C7B8A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7D8EA1-8566-FB00-47E1-FC311D938F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E9BF-C1FF-4E9B-97E6-64DC9D713536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EAE053-908E-06A1-A181-6EA9BA996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3F75B1-6C5A-3B29-B885-72B055FAB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38EA-64AA-4ADE-A3AB-D3AB0A7C0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4785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3C91304-5035-8EA7-2E90-EC77AC38EB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66595E-7A79-B24B-65DC-8B95D1A8DC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358C42-47AC-6903-F607-2C03B41454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E9BF-C1FF-4E9B-97E6-64DC9D713536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EB6995-43EC-238A-BBEB-C6B07C43C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DEB165-A31A-DD4B-D40C-606AECCFC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38EA-64AA-4ADE-A3AB-D3AB0A7C0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219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70ADA6-0734-B067-AF29-E08B42765F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9BAA16-CA26-B566-E2A9-117A51F5E5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7A82CD-C538-C082-32C7-5E105A3302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7CE9BF-C1FF-4E9B-97E6-64DC9D713536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E6291B-6194-83AE-28FF-5C4A87F14A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F6377A-8865-AD24-0532-0C19652210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D438EA-64AA-4ADE-A3AB-D3AB0A7C0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895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255CA-1320-E4CB-5684-B5DC954D786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Constellation Brands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4DC2AA-2A7F-FEC9-1B2C-1D3647D4003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Longley Pham</a:t>
            </a:r>
          </a:p>
          <a:p>
            <a:r>
              <a:rPr lang="en-US" dirty="0"/>
              <a:t>Iowa Liquor Sales Analysis</a:t>
            </a:r>
          </a:p>
          <a:p>
            <a:r>
              <a:rPr lang="en-US" dirty="0"/>
              <a:t>YUU – Capstone 1</a:t>
            </a:r>
          </a:p>
        </p:txBody>
      </p:sp>
    </p:spTree>
    <p:extLst>
      <p:ext uri="{BB962C8B-B14F-4D97-AF65-F5344CB8AC3E}">
        <p14:creationId xmlns:p14="http://schemas.microsoft.com/office/powerpoint/2010/main" val="27203215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590B0-CD87-8061-6E30-BFE5DF5D1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E45D3A-A9EC-FB84-F3F2-F395D25570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7190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32740-F662-BCD9-5E98-135BDC2BB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C6ED37-AF01-E906-5F3A-EEB9B51276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9766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18537-E472-8EB1-74F4-698C93711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Stats for DB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DF3C9-C4DB-FA1A-52F3-3D152FAAFF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0045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57144-9F3D-F9FD-E111-0A4FC216E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CCD00-30CA-51E6-61C2-694CF19FD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1 Strength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823C4C-116C-6C03-68F8-01B397D970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50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7C058-1739-8C25-78CF-CAA18FD6B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3B0228-75D9-D38D-AB31-304ED0803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1 Strengths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D3E9C4-35D5-66B4-CB4B-4384A3D28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6209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36F8D8-9E85-FEE4-7A37-E3799247A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C1A9D-2042-8FBB-DEDE-D181A6DE8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2 Weaknesses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95F842-E000-BE3D-C22F-45DD9C956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1547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A6A4C-7A5C-7A0B-F7C6-0CCF31214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28EA6-2CCD-7FC7-6EB6-4F0EB72E5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2 Weaknesses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34932C-0E57-C49F-2D12-9BB65C82AE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160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155D0-0685-0B6D-0C83-2F643820D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3DFCE-0E39-2858-5029-E0852243D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3 Opportunities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416EB-D749-4744-3FBF-1CB6BF91BA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7066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19B50-658E-240A-5EF5-18DFB48C4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3 Opportunities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9FA1F5-5121-5C37-06A1-25AEB2125E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7698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39791-A5E4-7EBE-160C-719556431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D9A12F-D812-A8BC-4584-8F8DA3CC2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4 Threats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64830F-DE1D-3F7F-3D6E-BC23A581A3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8104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40A37-73AC-28A6-0D0D-798D3F431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A52B7-8995-E2CD-63AA-0A9EF5A58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4 Threats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CAD553-A6A6-FDE2-71F7-2CC2932635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944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FE8C0-4E48-07AC-C632-058FD54CF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358D2-DFEF-F660-BFF2-8A83811A9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/ Recommendation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64875F-9FA5-82E6-07AA-7126FF3F5A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9265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99</TotalTime>
  <Words>54</Words>
  <Application>Microsoft Office PowerPoint</Application>
  <PresentationFormat>Widescreen</PresentationFormat>
  <Paragraphs>16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Constellation Brands</vt:lpstr>
      <vt:lpstr>About Us</vt:lpstr>
      <vt:lpstr>Scenario</vt:lpstr>
      <vt:lpstr>Summary Stats for DB</vt:lpstr>
      <vt:lpstr>Analysis 1 Strength 1</vt:lpstr>
      <vt:lpstr>Analysis 1 Strengths 2</vt:lpstr>
      <vt:lpstr>Analysis 2 Weaknesses 1</vt:lpstr>
      <vt:lpstr>Analysis 2 Weaknesses 2</vt:lpstr>
      <vt:lpstr>Analysis 3 Opportunities 1</vt:lpstr>
      <vt:lpstr>Analysis 3 Opportunities 2</vt:lpstr>
      <vt:lpstr>Analysis 4 Threats 1</vt:lpstr>
      <vt:lpstr>Analysis 4 Threats 2</vt:lpstr>
      <vt:lpstr>Summary / Recommendation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longley pham</dc:creator>
  <cp:lastModifiedBy>longley pham</cp:lastModifiedBy>
  <cp:revision>2</cp:revision>
  <dcterms:created xsi:type="dcterms:W3CDTF">2026-04-29T23:22:32Z</dcterms:created>
  <dcterms:modified xsi:type="dcterms:W3CDTF">2026-04-30T01:01:53Z</dcterms:modified>
</cp:coreProperties>
</file>