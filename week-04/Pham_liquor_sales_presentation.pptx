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0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57383-524B-EFBF-26DB-3541FD105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54402B-28A4-85CA-7998-B54165D5A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35C9-E709-E3DF-5237-B6A4F1D9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BA6AC1-228D-D839-E851-5F8A9DFC3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088D3-F8F5-61B5-47FF-00F985BA0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050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99EA0-5DCB-1823-0403-F22BE5456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554CC-732B-6437-0F38-563113D53C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AC90E-B864-9439-326E-5DB71EB7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D8868B-31A1-B839-9457-867B08A2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1C5429-F651-5957-0836-74CC7A26B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69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673E2-E25A-3EB1-FB26-5FCB05F96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53377-FFDD-08A9-815A-5016BE331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EA81D-BAB6-D5C1-E788-765F00E1D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0C6FB-F9E6-27A9-7391-5643F16A6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0A46B-DEFC-90E3-3A51-CCCBCD48A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899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748A1-B66F-CF11-68A9-55B37DB48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D1766-F3A2-7B4B-6521-F9116B703E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26A02-30C4-F4F1-03D2-385726980D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7BCF31-B5F3-DA79-17C6-87B5D105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EBF692-A9EE-6A5A-7A13-3CDFFE280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35CE3-256D-7D5E-7323-B8EAAB7D4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814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53866-FDBA-32F9-880E-3E0A4F7A9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F87A98-755B-86C5-66C6-FC2885C5E4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97FCAF-2CA0-1BDA-ED3F-B39978958C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7D8393-D1CD-89D8-E97D-55E398A896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01EF69-6CF1-218E-55B3-31A8AA108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671034-5A0A-E495-E9DF-898545E51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2802B1-BCB4-74CE-A7F8-A090D80AA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2A1F0F-2F9C-7863-C357-51CB67488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861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452DC-EA14-0C4F-0451-6EEF4319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9AED6E-DB47-9E73-D96E-0F73D3BCA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F5E88-52D5-6953-14BF-9397D6F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86CE18-749F-6535-C4A3-B6D2B6F43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430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820815-17A6-9FEF-53F5-75D83C4AF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749991-F6FD-CC6F-ECB6-CD016D842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BD824-FA20-9AAB-B51D-1ACF7D229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088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80347-86F7-E182-D5A7-6C3B0FF42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E72E-AF8A-2EEF-7B06-939D6B91A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45837-6709-7B4B-A562-096E75C138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470F45-224C-1E03-517E-E5E032A15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FCF7FC-53F7-6DAA-F95F-7382B2E3A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30EBA-9C75-A8B8-0089-405B30CE6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58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ADC10-075B-D624-CD64-043AECC59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49EE25-B893-34D2-9C86-FB54ACBB67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975AE3-7169-6C26-C22E-8AFDD5CAB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CB15D7-26D1-F660-8F09-E48191921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8034D0-8C4F-9A77-ABF1-93B7661B0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B109B9-71B1-1BF2-14DD-63FFE2AE0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343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F395-1ADE-FBE5-F7EE-4C1DA1ED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FED804-1C4E-EEFE-E038-857C19C23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837BB-8A0B-A0E2-4668-A134B9E2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ED1A6-CE65-A0F3-1DB2-957F83B3C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F44D0-BD03-8733-69B0-147B6A025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782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6562C7-C18B-54B3-AE7F-940E5C1F65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F3A2FD-12FA-CCE0-4802-229472ADF8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C7BA9-D05C-E6E1-B285-99F05B6FD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0E871-6527-96FB-F308-90A4FF76C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BE3DE-D9AF-68D8-152D-88D8F6BDC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021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8A706A-8E67-893F-9151-742AD432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0C7D1D-7780-0675-EFF0-FE99900FA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34A81-A913-167E-2EAD-090C0A6B2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155DE5-1128-4433-BB8B-FE488082D15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B9E61C-35E8-7D82-A3D3-84263DF8B2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E66C4-663F-92C3-285E-AC89D3E38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D248AD-C906-495E-A757-04A014DE76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71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643D-7647-0585-1256-0492DCEA12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F6DB1-C5AF-16DE-BE07-2B50600665D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48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longley pham</dc:creator>
  <cp:lastModifiedBy>longley pham</cp:lastModifiedBy>
  <cp:revision>1</cp:revision>
  <dcterms:created xsi:type="dcterms:W3CDTF">2026-04-29T23:19:47Z</dcterms:created>
  <dcterms:modified xsi:type="dcterms:W3CDTF">2026-04-29T23:20:28Z</dcterms:modified>
</cp:coreProperties>
</file>